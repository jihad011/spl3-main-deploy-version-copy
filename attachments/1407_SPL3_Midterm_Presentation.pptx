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a SaaS platform that detects microservice anomalies with ML and auto-remediates them inside the tenant's own Kubernetes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then the three-part solution: in-cluster agent, hosted classifier, agent-side remediation. Objectives O1-O6 come straight from SRS Section 1.3.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requirements quickly — highlight FR-8 (classification) and FR-10 (autonomous remediation) as the differentiating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requirements quickly — highlight FR-8 (classification) and FR-10 (autonomous remediation) as the differentiating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0 shows the actor-to-bubble view: Tenant, SADMC Agent, Prometheus and the Kubernetes API against the platform. Level 1 expands each bubble into the concrete use cases, adding the Inference Engine as the actor behind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Helm install creates the Kubernetes resources and starts the agent, which resolves its Prometheus mode before registering and entering the monitoring loop. Right: every 15 seconds the agent discovers, collects, and ingests; only anomalous results are persisted and pushed to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data objects derived from the noun analysis. Tenant is the isolation root — cascade deletes flow down, and RLS enforces the boundary at the database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half of the demo: generate or reuse an API Key, then run the pre-filled Helm command. The API Keys screen under Settings shows prefix, status, and last-used time -- never the plaintext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Live-operation half of the demo: the Metrics page for the carts service, and the Anomaly Feed showing repeated CPU_HOG detections on front-end as fault injection ramps up -- confidence is climbing toward the 0.85 auto-remediation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C976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SE801  ·  MIDTERM PRESENTATION  ·  JULY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SADMC Shield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Auto-Remediation SaaS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Microservices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3931920"/>
            <a:ext cx="3291840" cy="27432"/>
          </a:xfrm>
          <a:prstGeom prst="rect">
            <a:avLst/>
          </a:prstGeom>
          <a:solidFill>
            <a:srgbClr val="C9761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Explain · Remediate — autonomously, inside your own cluster.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4846320"/>
            <a:ext cx="3657600" cy="1280160"/>
          </a:xfrm>
          <a:prstGeom prst="roundRect">
            <a:avLst>
              <a:gd name="adj" fmla="val 4286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5294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Nowsad Hossen Munna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5678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BSSE-1407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64608" y="4846320"/>
            <a:ext cx="3657600" cy="1280160"/>
          </a:xfrm>
          <a:prstGeom prst="roundRect">
            <a:avLst>
              <a:gd name="adj" fmla="val 4286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0" y="5294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Naushin Nower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640" y="5678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IIT, DU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what SADMC Shield does about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E8EF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microservices scale, individual services degrade in ways teams miss until they cascade into outages — a runaway CPU, a slow memory leak, a creeping network delay. Existing stacks show raw metrics but stop short of recognising the anomaly and acting on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226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279392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Helm-installed agent collects metrics inside the tenant cluster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ML model classifies each service: NORMAL, CPU_HOG, MEMORY_LEAK, NETWORK_DELAY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— not the SaaS — executes the corrective Kubernetes action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numerical metric vectors ever leave the cluster boundary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72200" y="20299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monitoring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267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microservice in the cluster, no per-service setup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7249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688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classification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962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with a confidence score, model hosted centrally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419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remediation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657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Throttle, restart or scale without a human operator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1148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4078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4352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Cluster-modifying logic stays in the tenant's trust boundary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480974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773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onboarding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5047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helm install with only the API Key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550468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5504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5468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observability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5742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dashboard of health, events and history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onboarding &amp; metrics collection  ·  FR-1 to FR-7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57200"/>
            <a:ext cx="2834640" cy="384048"/>
          </a:xfrm>
          <a:prstGeom prst="roundRect">
            <a:avLst>
              <a:gd name="adj" fmla="val 28571"/>
            </a:avLst>
          </a:prstGeom>
          <a:solidFill>
            <a:srgbClr val="E8EFF3"/>
          </a:solidFill>
          <a:ln/>
        </p:spPr>
      </p:sp>
      <p:sp>
        <p:nvSpPr>
          <p:cNvPr id="5" name="Text 3"/>
          <p:cNvSpPr/>
          <p:nvPr/>
        </p:nvSpPr>
        <p:spPr>
          <a:xfrm>
            <a:off x="8732520" y="457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&amp; Agent onboarding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733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733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registration with organisation name, email and password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3591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591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2585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issuing a short-lived access token and a refresh token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0449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449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944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list and revoke API Keys for the in-cluster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6301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307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307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36301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installing agent, RBAC and optional Prometheus in one command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159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4165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165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43159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registers with its API Key and receives a cluster identifier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017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1023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023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50017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discovery of every Deployment in non-excluded namespaces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6875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7881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7881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37360" y="56875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CPU, memory, latency, request and error rate every 15 seconds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remediation &amp; the dashboard  ·  FR-8 to FR-14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57200"/>
            <a:ext cx="2834640" cy="384048"/>
          </a:xfrm>
          <a:prstGeom prst="roundRect">
            <a:avLst>
              <a:gd name="adj" fmla="val 28571"/>
            </a:avLst>
          </a:prstGeom>
          <a:solidFill>
            <a:srgbClr val="E8EFF3"/>
          </a:solidFill>
          <a:ln/>
        </p:spPr>
      </p:sp>
      <p:sp>
        <p:nvSpPr>
          <p:cNvPr id="5" name="Text 3"/>
          <p:cNvSpPr/>
          <p:nvPr/>
        </p:nvSpPr>
        <p:spPr>
          <a:xfrm>
            <a:off x="8732520" y="457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observability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733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733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metrics as NORMAL, CPU_HOG, MEMORY_LEAK or NETWORK_DELAY with confidence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3591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591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2585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anomaly event with its metrics snapshot and timestamp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0449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449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944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 throttle / restart / scale above the confidence threshold, with cooldown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6301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307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307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36301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every remediation attempt and its outcome back to the SaaS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159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4165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165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43159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real-time feed of anomaly and remediation events over WebSocket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017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1023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023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50017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metric charts and a searchable remediation history log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68756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8EFF3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788152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7881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37360" y="56875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toast alert for anomalies detected above 0.9 confidence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system overview and Level 1 full system (SRS Figures 1-2)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0 — System Overview</a:t>
            </a:r>
            <a:endParaRPr lang="en-US" sz="1500" dirty="0"/>
          </a:p>
        </p:txBody>
      </p:sp>
      <p:pic>
        <p:nvPicPr>
          <p:cNvPr id="5" name="Image 0" descr="/home/claude/srsimg/uc_level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37360"/>
            <a:ext cx="462686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Full System (Actor-Based)</a:t>
            </a:r>
            <a:endParaRPr lang="en-US" sz="1500" dirty="0"/>
          </a:p>
        </p:txBody>
      </p:sp>
      <p:pic>
        <p:nvPicPr>
          <p:cNvPr id="7" name="Image 1" descr="/home/claude/srsimg/uc_level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264" y="1737360"/>
            <a:ext cx="2035952" cy="4526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bootstrap and the 15-second continuous monitoring loop (SRS Figures 10-11)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Bootstrap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7220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 Loop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Oval 8"/>
          <p:cNvSpPr/>
          <p:nvPr/>
        </p:nvSpPr>
        <p:spPr>
          <a:xfrm>
            <a:off x="3227832" y="1783080"/>
            <a:ext cx="219456" cy="219456"/>
          </a:xfrm>
          <a:prstGeom prst="ellipse">
            <a:avLst/>
          </a:prstGeom>
          <a:solidFill>
            <a:srgbClr val="2E5C8A"/>
          </a:solidFill>
          <a:ln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37360" y="2107691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helm install sadmc-agent (--set sadmc.apiKey)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523744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Kubernetes creates Secret, ConfigMap, RBAC,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939796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Agent pod starts; loads in-cluster 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3355848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Reads env vars from Secret + ConfigMap</a:t>
            </a:r>
          </a:p>
        </p:txBody>
      </p:sp>
      <p:sp>
        <p:nvSpPr>
          <p:cNvPr id="14" name="Diamond 13"/>
          <p:cNvSpPr/>
          <p:nvPr/>
        </p:nvSpPr>
        <p:spPr>
          <a:xfrm>
            <a:off x="2377439" y="3771900"/>
            <a:ext cx="1920240" cy="502920"/>
          </a:xfrm>
          <a:prstGeom prst="diamond">
            <a:avLst/>
          </a:prstGeom>
          <a:solidFill>
            <a:srgbClr val="FFF4DC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Prometheus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mode?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" y="4379976"/>
            <a:ext cx="1600200" cy="40233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Auto-detect existing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Prometheus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7460" y="4379976"/>
            <a:ext cx="1600200" cy="40233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Deploy bundled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Prometheus instance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7388" y="4379976"/>
            <a:ext cx="1600200" cy="40233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Use configured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existingUrl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4887468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POST /v1/agent/register with X-API-Key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5303520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SaaS validates key, returns cluster_uuid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5719572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Enter continuous monitoring loop</a:t>
            </a:r>
          </a:p>
        </p:txBody>
      </p:sp>
      <p:sp>
        <p:nvSpPr>
          <p:cNvPr id="21" name="Oval 20"/>
          <p:cNvSpPr/>
          <p:nvPr/>
        </p:nvSpPr>
        <p:spPr>
          <a:xfrm>
            <a:off x="3209544" y="6135624"/>
            <a:ext cx="256032" cy="256032"/>
          </a:xfrm>
          <a:prstGeom prst="ellipse">
            <a:avLst/>
          </a:prstGeom>
          <a:solidFill>
            <a:srgbClr val="2E5C8A"/>
          </a:solidFill>
          <a:ln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337560" y="2002536"/>
            <a:ext cx="0" cy="105155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37560" y="2418587"/>
            <a:ext cx="0" cy="105157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37560" y="2834639"/>
            <a:ext cx="0" cy="105157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37560" y="3250691"/>
            <a:ext cx="0" cy="105157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337559" y="3666744"/>
            <a:ext cx="1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627631" y="4274820"/>
            <a:ext cx="1709928" cy="105156"/>
          </a:xfrm>
          <a:prstGeom prst="bentConnector3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70431" y="409879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E5C8A"/>
                </a:solidFill>
                <a:latin typeface="Calibri"/>
              </a:rPr>
              <a:t>auto-detect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37559" y="4274820"/>
            <a:ext cx="1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71799" y="4226814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E5C8A"/>
                </a:solidFill>
                <a:latin typeface="Calibri"/>
              </a:rPr>
              <a:t>bundled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37559" y="4274820"/>
            <a:ext cx="1709929" cy="105156"/>
          </a:xfrm>
          <a:prstGeom prst="bentConnector3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73168" y="409879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E5C8A"/>
                </a:solidFill>
                <a:latin typeface="Calibri"/>
              </a:rPr>
              <a:t>existing URL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27631" y="4782312"/>
            <a:ext cx="1709929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4782312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337560" y="4782312"/>
            <a:ext cx="1709928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337560" y="5198364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37560" y="5614416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37560" y="6030468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759952" y="1783080"/>
            <a:ext cx="219456" cy="219456"/>
          </a:xfrm>
          <a:prstGeom prst="ellipse">
            <a:avLst/>
          </a:prstGeom>
          <a:solidFill>
            <a:srgbClr val="2E5C8A"/>
          </a:solidFill>
          <a:ln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223759" y="2107691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List Deployments across all namespaces (every 15s)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59" y="2523744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30" b="0">
                <a:solidFill>
                  <a:srgbClr val="000000"/>
                </a:solidFill>
                <a:latin typeface="Calibri"/>
              </a:rPr>
              <a:t>Query PromQL: cpu, memory, latency, req_rate, error_rate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59" y="2939796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30" b="0">
                <a:solidFill>
                  <a:srgbClr val="000000"/>
                </a:solidFill>
                <a:latin typeface="Calibri"/>
              </a:rPr>
              <a:t>Compute cpu_trend / memory_trend from rolling window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59" y="3355848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30" b="0">
                <a:solidFill>
                  <a:srgbClr val="000000"/>
                </a:solidFill>
                <a:latin typeface="Calibri"/>
              </a:rPr>
              <a:t>POST /v1/metrics/ingest (X-API-Key, cluster_uuid)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59" y="3771900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30" b="0">
                <a:solidFill>
                  <a:srgbClr val="000000"/>
                </a:solidFill>
                <a:latin typeface="Calibri"/>
              </a:rPr>
              <a:t>SaaS runs model: feature vector -&gt; scaler -&gt; predict</a:t>
            </a:r>
          </a:p>
        </p:txBody>
      </p:sp>
      <p:sp>
        <p:nvSpPr>
          <p:cNvPr id="45" name="Diamond 44"/>
          <p:cNvSpPr/>
          <p:nvPr/>
        </p:nvSpPr>
        <p:spPr>
          <a:xfrm>
            <a:off x="7909559" y="4187952"/>
            <a:ext cx="1920240" cy="502920"/>
          </a:xfrm>
          <a:prstGeom prst="diamond">
            <a:avLst/>
          </a:prstGeom>
          <a:solidFill>
            <a:srgbClr val="FFF4DC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is_anomaly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== true?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14615" y="4796028"/>
            <a:ext cx="1600200" cy="512064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0">
                <a:solidFill>
                  <a:srgbClr val="000000"/>
                </a:solidFill>
                <a:latin typeface="Calibri"/>
              </a:rPr>
              <a:t>Persist anomaly_events row + publish to Redis channel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24543" y="4796028"/>
            <a:ext cx="1600200" cy="512064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Return NORMAL result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59" y="5413248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30" b="0">
                <a:solidFill>
                  <a:srgbClr val="000000"/>
                </a:solidFill>
                <a:latin typeface="Calibri"/>
              </a:rPr>
              <a:t>WebSocket manager fans out to connected dashboards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59" y="5829300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3970">
            <a:solidFill>
              <a:srgbClr val="749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830" b="0">
                <a:solidFill>
                  <a:srgbClr val="000000"/>
                </a:solidFill>
                <a:latin typeface="Calibri"/>
              </a:rPr>
              <a:t>Agent receives results (anomaly_type, confidence)</a:t>
            </a:r>
          </a:p>
        </p:txBody>
      </p:sp>
      <p:sp>
        <p:nvSpPr>
          <p:cNvPr id="50" name="Oval 49"/>
          <p:cNvSpPr/>
          <p:nvPr/>
        </p:nvSpPr>
        <p:spPr>
          <a:xfrm>
            <a:off x="8741663" y="6245352"/>
            <a:ext cx="256032" cy="256032"/>
          </a:xfrm>
          <a:prstGeom prst="ellipse">
            <a:avLst/>
          </a:prstGeom>
          <a:solidFill>
            <a:srgbClr val="2E5C8A"/>
          </a:solidFill>
          <a:ln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>
            <a:off x="8869679" y="2002536"/>
            <a:ext cx="1" cy="105155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869679" y="2418587"/>
            <a:ext cx="0" cy="105157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69679" y="2834639"/>
            <a:ext cx="0" cy="105157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869679" y="3250691"/>
            <a:ext cx="0" cy="105157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869679" y="3666744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869679" y="4082796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8014714" y="4690872"/>
            <a:ext cx="854965" cy="105156"/>
          </a:xfrm>
          <a:prstGeom prst="bentConnector3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11795" y="4642866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E5C8A"/>
                </a:solidFill>
                <a:latin typeface="Calibri"/>
              </a:rPr>
              <a:t>yes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69679" y="4690872"/>
            <a:ext cx="854964" cy="105156"/>
          </a:xfrm>
          <a:prstGeom prst="bentConnector3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587483" y="4642866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E5C8A"/>
                </a:solidFill>
                <a:latin typeface="Calibri"/>
              </a:rPr>
              <a:t>no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014714" y="5308092"/>
            <a:ext cx="854965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869679" y="5724144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869679" y="6140196"/>
            <a:ext cx="0" cy="105156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524743" y="5052060"/>
            <a:ext cx="493776" cy="0"/>
          </a:xfrm>
          <a:prstGeom prst="line">
            <a:avLst/>
          </a:prstGeom>
          <a:ln w="1524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018519" y="2263139"/>
            <a:ext cx="0" cy="2788921"/>
          </a:xfrm>
          <a:prstGeom prst="line">
            <a:avLst/>
          </a:prstGeom>
          <a:ln w="1524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0515599" y="2263139"/>
            <a:ext cx="502920" cy="0"/>
          </a:xfrm>
          <a:prstGeom prst="line">
            <a:avLst/>
          </a:prstGeom>
          <a:ln w="15240">
            <a:solidFill>
              <a:srgbClr val="2E5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064239" y="3557015"/>
            <a:ext cx="82296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2E5C8A"/>
                </a:solidFill>
                <a:latin typeface="Calibri"/>
              </a:rPr>
              <a:t>next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persistent entities; metrics stored as a TimescaleDB hypertable (SRS Figure 14)</a:t>
            </a:r>
            <a:endParaRPr lang="en-US" sz="1400" dirty="0"/>
          </a:p>
        </p:txBody>
      </p:sp>
      <p:pic>
        <p:nvPicPr>
          <p:cNvPr id="4" name="Image 0" descr="/home/claude/srsimg/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920" y="1463040"/>
            <a:ext cx="75454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71500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8EFF3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5715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  </a:t>
            </a:r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AnomalyEvent → RemediationAction — one attempt per anomaly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43400" y="571500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8EFF3"/>
          </a:solidFill>
          <a:ln/>
        </p:spPr>
      </p:sp>
      <p:sp>
        <p:nvSpPr>
          <p:cNvPr id="8" name="Text 5"/>
          <p:cNvSpPr/>
          <p:nvPr/>
        </p:nvSpPr>
        <p:spPr>
          <a:xfrm>
            <a:off x="4507992" y="5715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 </a:t>
            </a:r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Metric — enables service-level metric queries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0" y="571500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8EFF3"/>
          </a:solidFill>
          <a:ln/>
        </p:spPr>
      </p:sp>
      <p:sp>
        <p:nvSpPr>
          <p:cNvPr id="10" name="Text 7"/>
          <p:cNvSpPr/>
          <p:nvPr/>
        </p:nvSpPr>
        <p:spPr>
          <a:xfrm>
            <a:off x="8211312" y="5715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 </a:t>
            </a:r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 bounds metric storage growth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Onboarding a Cluster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Cluster and API Key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1582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 Cluster</a:t>
            </a:r>
            <a:endParaRPr lang="en-US" sz="1500" dirty="0"/>
          </a:p>
        </p:txBody>
      </p:sp>
      <p:pic>
        <p:nvPicPr>
          <p:cNvPr id="5" name="Image 0" descr="/home/claude/demoimg/shot_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4158238" cy="20223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78628"/>
            <a:ext cx="41582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pastes a pre-filled helm install command; the agent, RBAC, and Prometheus mode are all handled in one step.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55518" y="1417320"/>
            <a:ext cx="6293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Management</a:t>
            </a:r>
            <a:endParaRPr lang="en-US" sz="1500" dirty="0"/>
          </a:p>
        </p:txBody>
      </p:sp>
      <p:pic>
        <p:nvPicPr>
          <p:cNvPr id="8" name="Image 1" descr="/home/claude/demoimg/shot_apikey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518" y="1746504"/>
            <a:ext cx="6293354" cy="20223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5518" y="3878628"/>
            <a:ext cx="6293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hashed with bcrypt and shown once in plaintext; tenants can revoke any key instantly from Settings.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Live Operation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 and the real-time anomaly feed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87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Metrics</a:t>
            </a:r>
            <a:endParaRPr lang="en-US" sz="1500" dirty="0"/>
          </a:p>
        </p:txBody>
      </p:sp>
      <p:pic>
        <p:nvPicPr>
          <p:cNvPr id="5" name="Image 0" descr="/home/claude/demoimg/shot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5187385" cy="25415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397831"/>
            <a:ext cx="51873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CPU, memory, latency, and request-rate charts, refreshed as the agent reports each 15-second batch.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38945" y="1417320"/>
            <a:ext cx="530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Feed</a:t>
            </a:r>
            <a:endParaRPr lang="en-US" sz="1500" dirty="0"/>
          </a:p>
        </p:txBody>
      </p:sp>
      <p:pic>
        <p:nvPicPr>
          <p:cNvPr id="8" name="Image 1" descr="/home/claude/demoimg/shot_anomalyfe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945" y="1746504"/>
            <a:ext cx="5309927" cy="25415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38945" y="4397831"/>
            <a:ext cx="53099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Sock-Shop's front-end service under injected CPU stress -- CPU_HOG detected live, confidence climbing toward the 0.85 remediation threshold.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2461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SADMC Shield  ·  SE801 Midterm  ·  Questions welcome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461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complete fault-injection data collection, report per-class accuracy, and ship the Phase 5 dashboard.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SADMC Shield</dc:title>
  <dc:subject>PptxGenJS Presentation</dc:subject>
  <dc:creator>SE801 Project Team</dc:creator>
  <cp:lastModifiedBy>SE801 Project Team</cp:lastModifiedBy>
  <cp:revision>1</cp:revision>
  <dcterms:created xsi:type="dcterms:W3CDTF">2026-08-01T08:25:25Z</dcterms:created>
  <dcterms:modified xsi:type="dcterms:W3CDTF">2026-08-01T08:25:25Z</dcterms:modified>
</cp:coreProperties>
</file>