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a SaaS platform that detects microservice anomalies with ML and auto-remediates them inside the tenant's own Kubernetes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problem, then the three-part solution: in-cluster agent, hosted classifier, agent-side remediation. Objectives O1-O6 come straight from SRS Section 1.3.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requirements quickly — highlight FR-8 (classification) and FR-10 (autonomous remediation) as the differentiating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requirements quickly — highlight FR-8 (classification) and FR-10 (autonomous remediation) as the differentiating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0 shows the actor-to-bubble view: Tenant, SADMC Agent, Prometheus and the Kubernetes API against the platform. Level 1 expands each bubble into the concrete use cases, adding the Inference Engine as the actor behind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C9761A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280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SE801  ·  MIDTERM PRESENTATION  ·  AUGUST 2026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MIT OCMS</a:t>
            </a:r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Rule-Driven Academic Enrollment,</a:t>
            </a:r>
          </a:p>
          <a:p>
            <a:r>
              <a:t>Result &amp; Financial Management Platform</a:t>
            </a:r>
          </a:p>
        </p:txBody>
      </p:sp>
      <p:sp>
        <p:nvSpPr>
          <p:cNvPr id="7" name="Shape 5"/>
          <p:cNvSpPr/>
          <p:nvPr/>
        </p:nvSpPr>
        <p:spPr>
          <a:xfrm>
            <a:off x="841248" y="3931920"/>
            <a:ext cx="3291840" cy="27432"/>
          </a:xfrm>
          <a:prstGeom prst="rect">
            <a:avLst/>
          </a:prstGeom>
          <a:solidFill>
            <a:srgbClr val="C9761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Manage course enrollment, grades, CGPA, and fees online.</a:t>
            </a:r>
          </a:p>
        </p:txBody>
      </p:sp>
      <p:sp>
        <p:nvSpPr>
          <p:cNvPr id="9" name="Shape 7"/>
          <p:cNvSpPr/>
          <p:nvPr/>
        </p:nvSpPr>
        <p:spPr>
          <a:xfrm>
            <a:off x="841248" y="4846320"/>
            <a:ext cx="3657600" cy="1280160"/>
          </a:xfrm>
          <a:prstGeom prst="roundRect">
            <a:avLst>
              <a:gd name="adj" fmla="val 4286"/>
            </a:avLst>
          </a:prstGeom>
          <a:solidFill>
            <a:srgbClr val="FFFFFF">
              <a:alpha val="6000"/>
            </a:srgbClr>
          </a:solidFill>
          <a:ln w="15875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5001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5294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Md. Jihad Hossain</a:t>
            </a:r>
          </a:p>
        </p:txBody>
      </p:sp>
      <p:sp>
        <p:nvSpPr>
          <p:cNvPr id="12" name="Text 10"/>
          <p:cNvSpPr/>
          <p:nvPr/>
        </p:nvSpPr>
        <p:spPr>
          <a:xfrm>
            <a:off x="1097280" y="5678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BSSE-1413</a:t>
            </a:r>
          </a:p>
        </p:txBody>
      </p:sp>
      <p:sp>
        <p:nvSpPr>
          <p:cNvPr id="13" name="Shape 11"/>
          <p:cNvSpPr/>
          <p:nvPr/>
        </p:nvSpPr>
        <p:spPr>
          <a:xfrm>
            <a:off x="4864608" y="4846320"/>
            <a:ext cx="3657600" cy="1280160"/>
          </a:xfrm>
          <a:prstGeom prst="roundRect">
            <a:avLst>
              <a:gd name="adj" fmla="val 4286"/>
            </a:avLst>
          </a:prstGeom>
          <a:solidFill>
            <a:srgbClr val="FFFFFF">
              <a:alpha val="6000"/>
            </a:srgbClr>
          </a:solidFill>
          <a:ln w="15875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20640" y="5001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20640" y="5294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Dr. Md. Nurul Ahad Tawhid</a:t>
            </a:r>
          </a:p>
        </p:txBody>
      </p:sp>
      <p:sp>
        <p:nvSpPr>
          <p:cNvPr id="16" name="Text 14"/>
          <p:cNvSpPr/>
          <p:nvPr/>
        </p:nvSpPr>
        <p:spPr>
          <a:xfrm>
            <a:off x="5120640" y="5678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IIT, DU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Admin Portal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7772400" cy="99260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Teacher Portal</a:t>
            </a:r>
          </a:p>
        </p:txBody>
      </p:sp>
      <p:pic>
        <p:nvPicPr>
          <p:cNvPr id="3" name="Picture 2" descr="Tea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7772400" cy="61855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Student Portal</a:t>
            </a:r>
          </a:p>
        </p:txBody>
      </p:sp>
      <p:pic>
        <p:nvPicPr>
          <p:cNvPr id="3" name="Picture 2" descr="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7772400" cy="95130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MIT OCMS · Midterm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SADMC Shield</dc:title>
  <dc:subject>PptxGenJS Presentation</dc:subject>
  <dc:creator>SE801 Project Team</dc:creator>
  <cp:lastModifiedBy>SE801 Project Team</cp:lastModifiedBy>
  <cp:revision>1</cp:revision>
  <dcterms:created xsi:type="dcterms:W3CDTF">2026-08-01T08:25:25Z</dcterms:created>
  <dcterms:modified xsi:type="dcterms:W3CDTF">2026-08-01T08:25:25Z</dcterms:modified>
</cp:coreProperties>
</file>