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97316"/>
                </a:solidFill>
              </a:defRPr>
            </a:pPr>
            <a:r>
              <a:t>MIT Open Credit Management System</a:t>
            </a:r>
          </a:p>
          <a:p>
            <a:pPr algn="ctr">
              <a:defRPr sz="2400">
                <a:solidFill>
                  <a:srgbClr val="F8FAFC"/>
                </a:solidFill>
              </a:defRPr>
            </a:pPr>
            <a:r>
              <a:t>Rule-Driven Academic Enrollment, Result &amp; Financial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F8FAFC"/>
                </a:solidFill>
              </a:defRPr>
            </a:pPr>
            <a:r>
              <a:t>Presented by: Md. Jihad Hossain (BSSE-1413)</a:t>
            </a:r>
          </a:p>
          <a:p>
            <a:pPr algn="ctr">
              <a:defRPr sz="2000">
                <a:solidFill>
                  <a:srgbClr val="F8FAFC"/>
                </a:solidFill>
              </a:defRPr>
            </a:pPr>
            <a:r>
              <a:t>Supervised by: Dr. Md. Nurul Ahad Tawhid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97316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8FAFC"/>
                </a:solidFill>
              </a:defRPr>
            </a:pPr>
            <a:r>
              <a:t>• Secure Role-Based Access: Dedicated portals for Students, Teachers, and Admins.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Credit &amp; Seat Control: Enforces max 12 credits and automated capacity limits.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Academic Results: Streamlined grading, CGPA calculation, and result publication.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Financial Transparency: Automated fee calculation for retakes and seamless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System Home Page</a:t>
            </a:r>
          </a:p>
        </p:txBody>
      </p:sp>
      <p:pic>
        <p:nvPicPr>
          <p:cNvPr id="3" name="Picture 2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8833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Admin Portal Dashboard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0509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Semester Management</a:t>
            </a:r>
          </a:p>
        </p:txBody>
      </p:sp>
      <p:pic>
        <p:nvPicPr>
          <p:cNvPr id="3" name="Picture 2" descr="semester-manage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89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Student Directory &amp; Management</a:t>
            </a:r>
          </a:p>
        </p:txBody>
      </p:sp>
      <p:pic>
        <p:nvPicPr>
          <p:cNvPr id="3" name="Picture 2" descr="admin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1924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Faculty Onboarding</a:t>
            </a:r>
          </a:p>
        </p:txBody>
      </p:sp>
      <p:pic>
        <p:nvPicPr>
          <p:cNvPr id="3" name="Picture 2" descr="faculty-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5404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Course Configuration</a:t>
            </a:r>
          </a:p>
        </p:txBody>
      </p:sp>
      <p:pic>
        <p:nvPicPr>
          <p:cNvPr id="3" name="Picture 2" descr="add-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5790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Student Portal Dashboard</a:t>
            </a:r>
          </a:p>
        </p:txBody>
      </p:sp>
      <p:pic>
        <p:nvPicPr>
          <p:cNvPr id="3" name="Picture 2" descr="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0072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Course Registration &amp; Selection</a:t>
            </a:r>
          </a:p>
        </p:txBody>
      </p:sp>
      <p:pic>
        <p:nvPicPr>
          <p:cNvPr id="3" name="Picture 2" descr="course-regi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9347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My Enrolled Courses</a:t>
            </a:r>
          </a:p>
        </p:txBody>
      </p:sp>
      <p:pic>
        <p:nvPicPr>
          <p:cNvPr id="3" name="Picture 2" descr="my-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14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Fee Management &amp; Dues</a:t>
            </a:r>
          </a:p>
        </p:txBody>
      </p:sp>
      <p:pic>
        <p:nvPicPr>
          <p:cNvPr id="3" name="Picture 2" descr="fee-manage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433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Fee Overview</a:t>
            </a:r>
          </a:p>
        </p:txBody>
      </p:sp>
      <p:pic>
        <p:nvPicPr>
          <p:cNvPr id="3" name="Picture 2" descr="fees and d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5404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Academic Results &amp; CGPA</a:t>
            </a:r>
          </a:p>
        </p:txBody>
      </p:sp>
      <p:pic>
        <p:nvPicPr>
          <p:cNvPr id="3" name="Picture 2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092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Teacher Portal Dashboard</a:t>
            </a:r>
          </a:p>
        </p:txBody>
      </p:sp>
      <p:pic>
        <p:nvPicPr>
          <p:cNvPr id="3" name="Picture 2" descr="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493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97316"/>
                </a:solidFill>
              </a:defRPr>
            </a:pPr>
            <a:r>
              <a:t>Grade Entry &amp; Submission</a:t>
            </a:r>
          </a:p>
        </p:txBody>
      </p:sp>
      <p:pic>
        <p:nvPicPr>
          <p:cNvPr id="3" name="Picture 2" descr="grade-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0647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F97316"/>
                </a:solidFill>
              </a:defRPr>
            </a:pPr>
            <a:r>
              <a:t>Thank You</a:t>
            </a:r>
          </a:p>
          <a:p>
            <a:pPr algn="ctr">
              <a:defRPr sz="3000">
                <a:solidFill>
                  <a:srgbClr val="F8FAFC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